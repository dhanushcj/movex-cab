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MoveX Cab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Workflow, Features, and Technologies</a:t>
            </a:r>
          </a:p>
          <a:p>
            <a:r>
              <a:t>Detailed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MoveX is a scalable and intuitive ride-hailing platform.</a:t>
            </a:r>
          </a:p>
          <a:p>
            <a:pPr lvl="1"/>
            <a:r>
              <a:t>Comprises three primary components:</a:t>
            </a:r>
          </a:p>
          <a:p>
            <a:pPr lvl="2"/>
            <a:r>
              <a:t>Customer App: For booking, tracking, and wallet management.</a:t>
            </a:r>
          </a:p>
          <a:p>
            <a:pPr lvl="2"/>
            <a:r>
              <a:t>Driver App: For accepting rides, earnings, and navigation.</a:t>
            </a:r>
          </a:p>
          <a:p>
            <a:pPr lvl="2"/>
            <a:r>
              <a:t>Admin Dashboard: For operational control and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/ Mobile App:</a:t>
            </a:r>
          </a:p>
          <a:p>
            <a:pPr lvl="1"/>
            <a:r>
              <a:t>React Native, Expo, React Navigation, Context API</a:t>
            </a:r>
          </a:p>
          <a:p>
            <a:pPr/>
            <a:r>
              <a:t>Backend &amp; APIs:</a:t>
            </a:r>
          </a:p>
          <a:p>
            <a:pPr lvl="1"/>
            <a:r>
              <a:t>Node.js, Express.js</a:t>
            </a:r>
          </a:p>
          <a:p>
            <a:pPr/>
            <a:r>
              <a:t>Database &amp; Real-time:</a:t>
            </a:r>
          </a:p>
          <a:p>
            <a:pPr lvl="1"/>
            <a:r>
              <a:t>MongoDB, Mongoose (Geospatial queries)</a:t>
            </a:r>
          </a:p>
          <a:p>
            <a:pPr lvl="1"/>
            <a:r>
              <a:t>Socket.io (Live tracking &amp; Ride dispatching)</a:t>
            </a:r>
          </a:p>
          <a:p>
            <a:pPr/>
            <a:r>
              <a:t>Authentication &amp; Hosting:</a:t>
            </a:r>
          </a:p>
          <a:p>
            <a:pPr lvl="1"/>
            <a:r>
              <a:t>Firebase Auth, Render (Cloud deployment)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App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Ride Booking with precise map selections.</a:t>
            </a:r>
          </a:p>
          <a:p>
            <a:r>
              <a:t>Real-time Fare Estimation across vehicle tiers (Bike, Auto, Mini, Sedan, SUV).</a:t>
            </a:r>
          </a:p>
          <a:p>
            <a:r>
              <a:t>Subscription Passes (Tiered system for discounts and free rides).</a:t>
            </a:r>
          </a:p>
          <a:p>
            <a:r>
              <a:t>Live Tracking via Socket.io.</a:t>
            </a:r>
          </a:p>
          <a:p>
            <a:r>
              <a:t>In-App Digital Wallet for cashless transactions.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&amp; 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 App:</a:t>
            </a:r>
          </a:p>
          <a:p>
            <a:pPr lvl="1"/>
            <a:r>
              <a:t>Toggle Online/Offline status.</a:t>
            </a:r>
          </a:p>
          <a:p>
            <a:pPr lvl="1"/>
            <a:r>
              <a:t>Receive sequential ride requests with countdown timers.</a:t>
            </a:r>
          </a:p>
          <a:p>
            <a:pPr lvl="1"/>
            <a:r>
              <a:t>Secure Document Upload (KYC, RC, Insurance).</a:t>
            </a:r>
          </a:p>
          <a:p>
            <a:pPr/>
            <a:r>
              <a:t>Admin Dashboard:</a:t>
            </a:r>
          </a:p>
          <a:p>
            <a:pPr lvl="1"/>
            <a:r>
              <a:t>Verify and approve driver profiles.</a:t>
            </a:r>
          </a:p>
          <a:p>
            <a:pPr lvl="1"/>
            <a:r>
              <a:t>Manage dynamic pricing and pass configurations.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Booking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requests a ride (Geospatial query finds drivers).</a:t>
            </a:r>
          </a:p>
          <a:p>
            <a:r>
              <a:t>2. Backend sequences available drivers based on proximity.</a:t>
            </a:r>
          </a:p>
          <a:p>
            <a:r>
              <a:t>3. Socket.io dispatches 'ride:incoming' event sequentially.</a:t>
            </a:r>
          </a:p>
          <a:p>
            <a:r>
              <a:t>4. Driver accepts and navigates to pickup.</a:t>
            </a:r>
          </a:p>
          <a:p>
            <a:r>
              <a:t>5. OTP Verification starts the trip.</a:t>
            </a:r>
          </a:p>
          <a:p>
            <a:r>
              <a:t>6. Real-time location streaming during the trip.</a:t>
            </a:r>
          </a:p>
          <a:p>
            <a:r>
              <a:t>7. Payment processing and user ratings complete the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